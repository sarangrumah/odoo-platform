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54864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988820"/>
            <a:ext cx="999713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dirty="0">
                <a:solidFill>
                  <a:srgbClr val="111827"/>
                </a:solidFill>
                <a:latin typeface="Segoe UI"/>
              </a:rPr>
              <a:t>Odoo as Indirect Transaction Recorder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999713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374151"/>
                </a:solidFill>
                <a:latin typeface="Segoe UI"/>
              </a:rPr>
              <a:t>Principal-Led Operations  ·  FTP-fed FICO &amp; Procurement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1645920" cy="4572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971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Internal Pitch Deck  ·  Product Owner VAS  ·  Mei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Segoe UI"/>
              </a:rPr>
              <a:t>Aplikasi principal tetap menjadi system of record operasional. Odoo hanya mengambil dua domain: Procurement (PO) dan FICO. Data operasional disuplai via FTP, dimuat lewat fitur import bawaan Odoo.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1127729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●  Principal pegang: Sales, GR, Inventory, POS, Invoice issuance ke pelanggan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●  Odoo pegang: PO, Vendor Bill, GL, AR/AP, Tax (Coretax/Bupot), Reporting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●  Transport: SFTP — Odoo sebagai pull-client, principal tidak butuh akses ke jaringan kita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●  Import via base_import.load() — re-use Odoo CE, bukan custom pipeline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●  Audit-ready: append-only hash-chained log, retention sesuai PSAK &amp; UU PDP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303520"/>
            <a:ext cx="2613583" cy="10058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5303520"/>
            <a:ext cx="54864" cy="10058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376672"/>
            <a:ext cx="233926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Segoe UI"/>
              </a:rPr>
              <a:t>PO + FICO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97880"/>
            <a:ext cx="23392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Domain Odoo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5103" y="5303520"/>
            <a:ext cx="2613583" cy="10058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45103" y="5303520"/>
            <a:ext cx="54864" cy="10058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7983" y="5376672"/>
            <a:ext cx="233926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Segoe UI"/>
              </a:rPr>
              <a:t>SFTP pull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7983" y="5897880"/>
            <a:ext cx="23392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Transport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303520"/>
            <a:ext cx="2613583" cy="10058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33007" y="5303520"/>
            <a:ext cx="54864" cy="10058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5887" y="5376672"/>
            <a:ext cx="233926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Segoe UI"/>
              </a:rPr>
              <a:t>~8 mgg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5897880"/>
            <a:ext cx="23392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Go-live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20911" y="5303520"/>
            <a:ext cx="2613583" cy="10058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20911" y="5303520"/>
            <a:ext cx="54864" cy="10058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03791" y="5376672"/>
            <a:ext cx="233926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Segoe UI"/>
              </a:rPr>
              <a:t>~27 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3791" y="5897880"/>
            <a:ext cx="23392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Per Principal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Boundary Matrix — Siapa Pegang Apa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Prinsip: principal = system of record operasional · Odoo = system of record finance + procurement upstream.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08760"/>
          <a:ext cx="11277293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7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1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31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Proses / Modul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Principal App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Odoo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Sales Order, Customer ops, POS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Goods Receipt (eksekusi fisik di gudang)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Inventory movement, stock balance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Customer Invoice (issuance ke pelanggan)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Purchase Order (RFQ → release ke vendor)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Vendor master, Vendor Bill (AP)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General Ledger, Bank/Cash, Rekonsiliasi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AR posting (revenue dari principal feed)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Tax: e-Faktur Coretax, Bupot, SPT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Fixed Asset, Konsolidasi,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Master: Customer, Product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 (authoritative)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mirror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6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Master: Vendor, CoA, Tax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mirror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 (authoritative)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System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Odoo pull dari FTP principal — zero attack surface dari principal ke jaringan internal.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6400800" cy="4983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┌────────────────────┐      ┌────────────────┐      ┌────────────────────┐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│ Principal App      │ CSV  │ FTP Server     │ pull │ Odoo 19 (Hub)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│ Sales · GR · Stock │ ───▶ │ (SFTP / FTPS)  │ ◀─── │ PO · FICO · Tax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│ POS · Inv. Issue   │      │ /outbound /ack │      │ custom_ftp_ingest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└────────────────────┘      └────────────────┘      └────────┬───────────┘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  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                  ▼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      ┌──────────────────────┐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      │ Pajakku ASPP H2H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      │ Coretax · DJP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      └──────────────────────┘</a:t>
            </a:r>
          </a:p>
          <a:p>
            <a:pPr algn="l"/>
            <a:endParaRPr sz="1100" b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32320" y="1417320"/>
            <a:ext cx="4602175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0" y="1874520"/>
            <a:ext cx="4602175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1490472"/>
            <a:ext cx="4327855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Key Decisions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901952"/>
            <a:ext cx="4602175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0" y="1965960"/>
            <a:ext cx="423641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Odoo sebagai SFTP pull-client — principal tidak butuh inbound access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Format CSV UTF-8 RFC4180 · header standar · external_id per row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Idempotent: re-ingest file yg sama aman (dedup via external_id)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Pajakku ASPP H2H langsung dari Odoo — tidak lewat principal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Zero coupling: principal app tidak tahu Odoo ada di hilirnya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Data Contract — FTP Drop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Folder convention &amp; naming. Principal drop file di /outbound, Odoo balas hasil di /ack.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6400800" cy="4983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/erajaya/outbound/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├── master/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     ├── customer_YYYYMMDD.csv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     ├── product_YYYYMMDD.csv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     └── vendor_YYYYMMDD.csv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├── sales/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     ├── so_header_YYYYMMDD_NNN.csv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     ├── so_line_YYYYMMDD_NNN.csv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     ├── invoice_YYYYMMDD_NNN.csv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     └── invoice_line_YYYYMMDD_NNN.csv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├── gr/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     └── gr_YYYYMMDD_NNN.csv     (link: po_number)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└── stock/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└── stock_balance_YYYYMMDD.csv</a:t>
            </a:r>
          </a:p>
          <a:p>
            <a:pPr algn="l"/>
            <a:endParaRPr sz="1100" b="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/erajaya/ack/         ← Odoo tulis &lt;filename&gt;.ok | .err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/erajaya/quarantine/  ← file invalid, manual review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/erajaya/archive/     ← processed, retention 90 hari</a:t>
            </a:r>
          </a:p>
          <a:p>
            <a:pPr algn="l"/>
            <a:endParaRPr sz="1100" b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32320" y="1417320"/>
            <a:ext cx="4602175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0" y="1874520"/>
            <a:ext cx="4602175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1490472"/>
            <a:ext cx="4327855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Key Decisions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901952"/>
            <a:ext cx="4602175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0" y="1965960"/>
            <a:ext cx="423641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Encoding: UTF-8, line ending LF, separator koma, quote double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Header row wajib · external_id wajib · timestamp ISO-8601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Timezone: Asia/Jakarta (cut-off H-1 23:59 WIB)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Numeric: desimal titik (123.45), bukan koma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Filename pattern &lt;entity&gt;_&lt;YYYYMMDD&gt;_&lt;NNN&gt;.csv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Schema versioning lewat field schema_version di header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Ingestion Flow — Scheduled Pull (per Jam)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Scheduled action Odoo run setiap jam. Komponen baru yang dibangun: custom_ftp_ingest.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6400800" cy="4983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Cron Odoo (every 1 hour)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1. Connect SFTP    ← creds di ir.config_parameter (Fernet)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2. List /outbound/* yg belum diproses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     (state di model ftp.ingest.file)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3. Download → /tmp/ingest_&lt;uuid&gt;/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4. Validate schema (CSV schema map per entity)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5. Stage → base_import.load() (atomic per file)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6. Tulis ack → /ack/&lt;filename&gt;.ok | .err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7. Notify channel + audit log (custom_pdp_audit)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8. Move processed → /archive/YYYYMM/</a:t>
            </a:r>
          </a:p>
          <a:p>
            <a:pPr algn="l"/>
            <a:endParaRPr sz="1100" b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32320" y="1417320"/>
            <a:ext cx="4602175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0" y="1874520"/>
            <a:ext cx="4602175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1490472"/>
            <a:ext cx="4327855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Key Decisions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901952"/>
            <a:ext cx="4602175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0" y="1965960"/>
            <a:ext cx="423641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Komponen NEW: custom_ftp_ingest (poller + schema map + dispatcher)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Re-use: base_import.load() API — bukan custom CSV parser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Re-use: custom_pdp_audit untuk audit chain hash-chained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Atomic per file: savepoint rollback kalau ada row gagal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Concurrency: 1 connection, sequential — hindari race ke principal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Retry: exponential backoff 3 attempts untuk SFTP error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PO ↔ GR Cross-System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PO milik Odoo, GR eksekusi di principal. Match lewat po_number → buka 3-way match dan Vendor Bill.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6400800" cy="4983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[Odoo]      Create RFQ → Confirm PO → Send PDF/EDI ke vendor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▼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[Vendor]    Kirim barang ke gudang principal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▼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[Principal] Receive di gudang → Catat GR (link po_number)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▼  FTP /gr/gr_*.csv per jam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[Odoo]      Ingest gr_*.csv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→ match purchase.order.line by po_number + sku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→ create stock.picking done (informational)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→ 3-way match: PO qty vs GR qty vs Bill qty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→ Vendor Bill draft → approval → posted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▼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[Odoo]      Schedule payment → bank file → reconciliation</a:t>
            </a:r>
          </a:p>
          <a:p>
            <a:pPr algn="l"/>
            <a:endParaRPr sz="1100" b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32320" y="1417320"/>
            <a:ext cx="4602175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0" y="1874520"/>
            <a:ext cx="4602175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1490472"/>
            <a:ext cx="4327855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Key Decisions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901952"/>
            <a:ext cx="4602175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0" y="1965960"/>
            <a:ext cx="423641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PO = source of truth Odoo; GR = source of truth principal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Match key: po_number + sku (+ optional batch/lot)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Mismatch (PO tidak ada, qty over-receipt) → quarantine + alert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Vendor Bill butuh approval (custom_approval_engine) sebelum posted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Tax line otomatis di-resolve dari fiscal position vendor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PO release dikirim ke principal juga (referensi GR expected)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Sales → Revenue Recognition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Principal kirim hasil akhir (invoice posted) — Odoo posting AR ledger + tax. Tidak buat sale.order di Odoo.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6400800" cy="4983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[Principal] Sales Order → Delivery → Customer Invoice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▼  FTP /sales/invoice_*.csv harian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[Odoo]      Ingest invoice_*.csv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→ posting account.move (AR ledger)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→ revenue account (mapping per product category)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→ tax line (PPN keluaran, PPh jika perlu)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→ e-Faktur Coretax queue (Pajakku ASPP)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                ▼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[Odoo]      Daily reconciliation: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- sum(invoice CSV principal) vs sum(AR Odoo)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- variance &gt; threshold → alert + approval review</a:t>
            </a:r>
          </a:p>
          <a:p>
            <a:pPr algn="l"/>
            <a:endParaRPr sz="1100" b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32320" y="1417320"/>
            <a:ext cx="4602175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0" y="1874520"/>
            <a:ext cx="4602175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1490472"/>
            <a:ext cx="4327855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Key Decisions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901952"/>
            <a:ext cx="4602175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0" y="1965960"/>
            <a:ext cx="423641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TIDAK dibuat di Odoo: sale.order, stock.picking outgoing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Odoo terima hasil akhir saja: invoice posted (head + line)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Tax mapping via account.fiscal.position per customer segment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Coretax submission async — gagal masuk DLQ, retry by ops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Recognition method: per invoice date (cash) atau accrual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Customer mapping via external_id (= customer_code principal)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Master Data Sync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501487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501487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078992"/>
            <a:ext cx="522716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Principal Authoritative (principal wins)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90472"/>
            <a:ext cx="5501487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5135727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res.partner customer — key: customer_code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product.product SKU — key: default_code / sku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Sync harian, full snapshot di /master/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Conflict policy: overwrite Odoo dgn nilai principal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PII masking di Odoo: nama → hashed di log (PDP)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Customer/Product baru di principal → otomatis muncul di Odoo H+1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005840"/>
            <a:ext cx="5501487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3007" y="1463040"/>
            <a:ext cx="5501487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5887" y="1078992"/>
            <a:ext cx="522716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Odoo Authoritative (append-only)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1490472"/>
            <a:ext cx="5501487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5887" y="1554480"/>
            <a:ext cx="5135727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res.partner vendor — Odoo PO butuh vendor master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account.account CoA (PSAK 5-digit) — hanya finance Odoo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account.tax (PPN, PPh, DPP Nilai Lain)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Tax fiscal positions per segment customer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Export ke /outbound-odoo/ jika principal butuh referensi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Principal TIDAK BOLEH tulis ke domain 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Mapping kode antar sistem via external_id. Sync history disimpan di model ftp.master.sync (audit per snapshot).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Reconciliation &amp; Control — Daily Variance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Setiap pagi 07:00 — engine compare data principal vs posting Odoo, alert kalau variance &gt; threshold.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08760"/>
          <a:ext cx="1127729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2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2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6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35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Check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Source A (Principal)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Source B (Odoo)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Threshold / Action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Revenue match per tgl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sum(invoice CSV)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sum(account.move AR)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Alert &gt; 0.5%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GR match per 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sum(gr CSV)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sum(stock.picking done)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Alert mismatch any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Stock balance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stock_balance.csv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stock.quant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Audit-only report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Tax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invoice tax 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account.tax 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Alert mismatch any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Feed liveness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last file 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now()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Alert if &gt; 24h silent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55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Vendor Bill 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account.move AP 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Alert if &gt; 30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989320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Note: Variance &gt; threshold → ticket otomatis via custom_approval_engine → review finance lead → resolve via correcting entry atau request resend principal.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Error Handling &amp; Replay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Klasifikasi error &amp; jalur recovery. Semua error tercatat di model ftp.ingest.error untuk audit.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08760"/>
          <a:ext cx="11277294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8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5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886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Error Class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Detection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Recovery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Schema invalid (header / type)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Validator stage step 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Quarantine + alert → manual fix → replay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Reference miss (PO/customer/product)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base_import resolution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Retry 3× (1h interval) → manual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Duplicate (external_id exists)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Unique constraint ftp.ingest.row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Skip + log info (idempotent)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Partial commit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Savepoint rollback per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File tagged .err → replay setelah 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Feed stalled (no file &gt; 24h)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Daily liveness check 09:00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Alert ops channel → eskalasi SPOC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88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SFTP connection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Connection exception step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Exponential backoff 3× → alert if fail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Security &amp;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501487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501487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078992"/>
            <a:ext cx="522716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Transport &amp; Credential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90472"/>
            <a:ext cx="5501487" cy="491032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5135727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SFTP key-based auth (Ed25519), password disabled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Private key SOPS-encrypted di repo, Fernet runtime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Connection allow-list IP-based (principal SFTP only)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TLS 1.3 wrap jika FTPS dipakai sebagai fallback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Quarterly credential rotation (dual-key window, zero-downtime)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005840"/>
            <a:ext cx="5501487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3007" y="1463040"/>
            <a:ext cx="5501487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5887" y="1078992"/>
            <a:ext cx="522716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Data, Audit &amp; 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1490472"/>
            <a:ext cx="5501487" cy="491032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5887" y="1554480"/>
            <a:ext cx="5135727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Append-only audit log per ingestion (custom_pdp_audit, hash-chained)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PII masking di log: customer name → hash (UU PDP)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Retention: file 90 hari di /archive, audit log 7 tahun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DSAR ready: customer-level export Odoo + cross-ref ke principal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Pre-commit: gitleaks, ruff, bandit · CI: Semgrep, pip-audit, Trivy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custom_ftp_ingest pinned 19.0.x.y · CI per release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Modules / Components in Play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Build effort terkonsentrasi di 1 modul baru (custom_ftp_ingest). Sisanya re-use library Hub yang sudah ready.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08760"/>
          <a:ext cx="11277294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1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4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1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35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Komponen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Asal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Peran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purchase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Odoo 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PO, RFQ, Vendor Bill, 3-way match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account, account_asset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Odoo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GL, AR/AP, Bank, Fixed 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base_import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Odoo 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load() API untuk CSV import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custom_accounting_full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Hub repo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PSAK 5-digit CoA, Intercompany, Konsolidasi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custom_coretax + coretax_bupot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Hub repo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e-Faktur, Bupot, NSFP, Pajakku ASPP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custom_approval_engine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Hub repo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Variance review workflow + escalation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custom_pdp_audit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Hub repo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Append-only hash-chained audit log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custom_ftp_ingest  (NEW)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Hub repo (build)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SFTP poller, schema map registry, dispatcher, ack writer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Alternative — Tanpa FTP Adapter (Manual Import Mode)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Skenario 'lite': tidak build custom_ftp_ingest. Principal kirim CSV via email/share drive, ops Odoo upload manual lewat Settings → Technical → Import (base_import.load() di balik layar — API yang sama).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08760"/>
          <a:ext cx="11277294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6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10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0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16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Aspek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FTP Adapter (custom_ftp_ingest)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Manual Import Mode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Build effort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~27 md (1 modul baru)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~15 md (template + SOP + UAT)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Go-live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~8 minggu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~4–5 minggu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Infra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SFTP server + credential exchange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Tidak ada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Recurring 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Cron otomatis +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~1–2 jam/hari upload 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Human error risk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Rendah (otomatis, idempotent)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Tinggi (salah file, missed upload)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Liveness alert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Otomatis &gt;24h alert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Tidak ada — telat ketahuan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Idempotency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Built-in via external_id constraint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Tergantung disiplin ops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Reconciliation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Otomatis daily 07:00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Manual run oleh 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Audit trail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Hash-chained custom_pdp_audit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ir.attachment + login log standar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31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Cocok untuk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Volume harian, lifetime panjang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Pilot / PoC / volume rendah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989320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Note: ROI: selisih 12 md di-recover dalam ~3 bulan operasional — ops menghabiskan ~10 jam/minggu (~65 md/tahun) untuk manual upload. Manual mode layak sebagai bridge sementara, atau untuk principal volume &lt; 50 file/bulan.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Implementation Mandays — Breakdown per Role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Estimasi go-live 1 principal dipecah per role: ITBP (PMO), IT Business Analyst, Developer, QA. Total 27 md.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08760"/>
          <a:ext cx="11277291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8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4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4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3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97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35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Activity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ITBP (PMO)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IT BA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Developer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QA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SFTP infra + credential exchange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Modul custom_ftp_ingest (poller + dispatcher)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Schema Map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7 entitas (customer, product, vendor, SO, invoice, GR, stock)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Reconcile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Daily variance engine +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UAT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Cross-system end-to-end (principal ↔ Odoo)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55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Subtotal per 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989320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Note: ITBP = governance, koordinasi, sign-off · IT BA = schema contract, mapping, UAT scenario · Developer = build modul + integrasi · QA = test plan + e2e + regression. Komparasi middleware tradisional ~80–120 md (saving ~70% lewat re-use base_import + library Hub).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Roadmap &amp; Phasing — 8 Minggu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2682163" cy="5486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2682163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124712"/>
            <a:ext cx="240784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Phase 1 — Wk 1–2 · Foundation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81912"/>
            <a:ext cx="2682163" cy="481888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2407843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SFTP handshake dengan principal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Build custom_ftp_ingest skeleton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Master data sync: customer, product, vendor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Schema contract sign-off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22243" y="1005840"/>
            <a:ext cx="2682163" cy="5486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22243" y="1554480"/>
            <a:ext cx="2682163" cy="2743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59403" y="1124712"/>
            <a:ext cx="240784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Phase 2 — Wk 3–4 · Procurement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22243" y="1581912"/>
            <a:ext cx="2682163" cy="481888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59403" y="1645920"/>
            <a:ext cx="2407843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PO export Odoo → principal (PDF/EDI)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GR ingestion + 3-way match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Vendor Bill draft → approval → posted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AP outstanding visibility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7287" y="1005840"/>
            <a:ext cx="2682163" cy="5486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87287" y="1554480"/>
            <a:ext cx="2682163" cy="2743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4447" y="1124712"/>
            <a:ext cx="240784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Phase 3 — Wk 5–6 · Revenue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7287" y="1581912"/>
            <a:ext cx="2682163" cy="481888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24447" y="1645920"/>
            <a:ext cx="2407843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Sales/Invoice CSV ingestion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AR posting + tax line + Coretax queue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Reconciliation engine variance check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Dashboard variance daily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331" y="1005840"/>
            <a:ext cx="2682163" cy="5486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52331" y="1554480"/>
            <a:ext cx="2682163" cy="2743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89491" y="1124712"/>
            <a:ext cx="240784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Phase 4 — Wk 7–8 · Go-Live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331" y="1581912"/>
            <a:ext cx="2682163" cy="481888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9491" y="1645920"/>
            <a:ext cx="2407843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UAT cross-system + bug-fix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Hypercare ops + runbook handover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Cutover plan eksekusi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Sign-off &amp; transition ke BAU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Risks &amp; Mitigations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05840"/>
          <a:ext cx="11277294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1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5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07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Mitigation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07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Principal schema drift (kolom berubah tanpa notice)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Schema contract + schema_version di header · validator strict · alert deviasi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07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Feed stalled (principal down / delay)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Daily liveness + heartbeat file · eskalasi SPOC · runbook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07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Reconciliation gap karena timing cut-off beda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Cut-off contract: principal H-1 23:59 WIB, Odoo proses 07:00 H+0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07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Duplicate posting (re-send principal)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Idempotency via external_id unique constraint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07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Tax submission gagal (Coretax/Pajakku)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Circuit breaker + manual portal fallback + ops alert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07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SFTP credential rotation berisiko outage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Quarterly rotation runbook · dual-key window · zero-downtime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Call to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 ·  Odoo Indirect Recorder (FTP-fed FICO + PO)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Approval &amp; resource untuk pilot 1 principal — pola ini reusable untuk principal berikutnya tanpa rebuild.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600200"/>
            <a:ext cx="640080" cy="64008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0020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Segoe UI"/>
              </a:rPr>
              <a:t>Endorsement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65960"/>
            <a:ext cx="10362895" cy="557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Segoe UI"/>
              </a:rPr>
              <a:t>Approve pola indirect recording sebagai blueprint integrasi dengan aplikasi principal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569464"/>
            <a:ext cx="640080" cy="64008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69464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Segoe UI"/>
              </a:rPr>
              <a:t>Pilot Funding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10362895" cy="557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Segoe UI"/>
              </a:rPr>
              <a:t>Allocate untuk 1 principal pertama — lead candidate disepakati sebelum kick-off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538728"/>
            <a:ext cx="640080" cy="64008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538728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Segoe UI"/>
              </a:rPr>
              <a:t>SFTP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04488"/>
            <a:ext cx="10362895" cy="557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Segoe UI"/>
              </a:rPr>
              <a:t>Provision SFTP server + credential exchange dengan principal SPOC di Wk-0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507992"/>
            <a:ext cx="640080" cy="64008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507992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Segoe UI"/>
              </a:rPr>
              <a:t>Resource 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73752"/>
            <a:ext cx="10362895" cy="557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Segoe UI"/>
              </a:rPr>
              <a:t>1 backend Odoo + 1 finance SME + 1 PO untuk durasi 8 minggu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5477256"/>
            <a:ext cx="640080" cy="64008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477256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Segoe UI"/>
              </a:rPr>
              <a:t>Data Contract Sign-off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843016"/>
            <a:ext cx="10362895" cy="557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Segoe UI"/>
              </a:rPr>
              <a:t>Tanda-tangan schema contract &amp; cut-off timing dgn principal sebelum build start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7729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>
                <a:solidFill>
                  <a:srgbClr val="1F2937"/>
                </a:solidFill>
                <a:latin typeface="Segoe UI"/>
              </a:rPr>
              <a:t>Terima Kasih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1447" y="3749039"/>
            <a:ext cx="1828800" cy="4572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>
                <a:solidFill>
                  <a:srgbClr val="374151"/>
                </a:solidFill>
                <a:latin typeface="Segoe UI"/>
              </a:rPr>
              <a:t>Diskusi &amp;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Segoe UI"/>
              </a:rPr>
              <a:t>Product Owner — Value-Added Services  ·  Erajaya  ·  Mei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3261</Words>
  <Application>Microsoft Office PowerPoint</Application>
  <PresentationFormat>Layar Lebar</PresentationFormat>
  <Paragraphs>475</Paragraphs>
  <Slides>19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4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19</vt:i4>
      </vt:variant>
    </vt:vector>
  </HeadingPairs>
  <TitlesOfParts>
    <vt:vector size="24" baseType="lpstr">
      <vt:lpstr>Arial</vt:lpstr>
      <vt:lpstr>Calibri</vt:lpstr>
      <vt:lpstr>Consolas</vt:lpstr>
      <vt:lpstr>Segoe UI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Stefanus Ade Maryadi</dc:creator>
  <cp:keywords/>
  <dc:description>generated using python-pptx</dc:description>
  <cp:lastModifiedBy>Stefanus Ade Maryadi</cp:lastModifiedBy>
  <cp:revision>2</cp:revision>
  <dcterms:created xsi:type="dcterms:W3CDTF">2013-01-27T09:14:16Z</dcterms:created>
  <dcterms:modified xsi:type="dcterms:W3CDTF">2026-05-25T07:57:46Z</dcterms:modified>
  <cp:category/>
</cp:coreProperties>
</file>