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54864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Segoe UI"/>
              </a:rPr>
              <a:t>GentleWoman Headless 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971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374151"/>
                </a:solidFill>
                <a:latin typeface="Segoe UI"/>
              </a:rPr>
              <a:t>Storefront (Frontend) × Odoo 19 (Backend) — Integrated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64592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971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Business Presentation  ·  Product Owner Value-Added Services  ·  v1.0  · 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Headless commerce: Storefront Next.js mengontrol pengalaman brand; Odoo 19 menjadi single 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772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Brand-controlled editorial UX (Next.js 15) — Odoo tetap pemilik catalog, stock, price, order, customer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Diferensiasi pengalaman fashion: 3D Product Detail Page + AI Personal Shopper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Integrasi aman 3-lapis lewat BFF: Public (CORS) · Customer (JWT) · Admin (HMAC)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Delivery cepat: maksimal reuse modul platform + AI-agentic development (Claude Code)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3D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Product Viewer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5103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45103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7983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Personal Shopper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3007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5887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3-Layer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Secure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911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20911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3791" y="5376672"/>
            <a:ext cx="233926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~107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91" y="5897880"/>
            <a:ext cx="23392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Mandays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Solution Overview — Frontend ×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Storefront — Frontend (Next.js 15)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Presentasi &amp; editorial design (Tailwind + Framer Motion)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3D Product Detail Page (three.js / React-Three-Fiber)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 Personal Shopper widget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Multilanguage ID/EN (URL-prefixed)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BFF route handlers (server-side, inject auth + tenant)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Session: sealed HttpOnly cookies (AES-256-GCM)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Odoo 19 — Backend (System of Record)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Catalog, varian/ukuran, tags, material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Pricelist &amp; promo (strike-through, diskon %)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Stock &amp; in-store availability (per warehouse)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Cart &amp; checkout = sale.order (pajak native)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Customer, address book, guest checkout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Affiliate, editorial content, fulfilment &amp; tax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Prinsip headless: Frontend mengontrol presentasi; Odoo mengontrol data &amp; proses bisnis (single source of truth).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Feature Catalog — Storefront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00584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09728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Catalog &amp; PDP / Katalog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PLP filter (kategori, tag, range harga), search, sort, pagination · PDP: galeri, varian/ukuran, material, ref/SKU, badge 'New' otomatis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00584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3299" y="100584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4467" y="109728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3D Product 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4467" y="146304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three.js + React-Three-Fiber · gambar produk pada mesh kain · drag-rotate · toggle 2D⇄3D · CSP-safe tanpa fetch eksternal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4602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" y="244602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53746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AI Personal Shopper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0322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Chat stylist · intent → retrieve katalog Odoo → synthesize · anti-halusinasi (produk real) · eskalasi ke manusia (WhatsApp)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0147" y="244602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83299" y="244602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4467" y="253746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Cart · Checkout · Wishlist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4467" y="290322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Cart = draft sale.order (pricelist/pajak native) · checkout guest &amp; member · alamat kirim/tagih · wishlist + move-to-cart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" y="388620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97764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Store Locator + Click &amp; Collect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Toko = stock.warehouse published (geo, jam buka) · stok per toko · ambil di toko (pickup XOR kirim)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0147" y="388620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83299" y="388620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84467" y="397764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Promo &amp; Multilanguage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4467" y="434340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Strike-through price dari pricelist + diskon % · ID/EN URL-prefixed, field translatable Odoo, OG tag terlokalisasi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2638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" y="532638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541782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Affiliate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8358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Link &amp; klik tracking · atribusi ke order · komisi &amp; payout · dashboard self-serve afiliasi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0147" y="5326380"/>
            <a:ext cx="73152" cy="12573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83299" y="5326380"/>
            <a:ext cx="5451195" cy="12573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84467" y="5417820"/>
            <a:ext cx="51585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Editorial CMS + Newsletter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4467" y="5783580"/>
            <a:ext cx="5158587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Blok konten (hero/editorial/lookbook) dikelola di Odoo · newsletter subscriber · consent UU PDP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3D Product Detail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Bagaimana 3D PDP Bekerja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three.js + React-Three-Fiber + drei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Gambar produk dipetakan ke mesh kain (sine-drape)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Drag-rotate via PresentationControls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Contact shadow + HDRI environment (self-hosted)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Lazy-load (SSR off), toggle 2D⇄3D di PDP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Keamanan &amp; Performa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CSP-safe: gambar lewat proxy /api/img (tanpa fetch eksternal)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Bump map prosedural agar tekstur tidak 'plastik'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Aset HDRI self-hosted (tanpa CDN pihak ketiga)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Render hanya saat viewer dibuka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Fallback galeri 2D bila perangkat terbatas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Fashion saat ini memakai image-on-cloth; hard goods (tas/sepatu) dapat memakai model 3D nyata pada fase berikutnya.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AI Personal Shopper — Retrieval-Controlled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Bukan free-form: jawaban &amp; kartu produk selalu berasal dari katalog Odoo yang nyata (anti-halusinasi).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Browser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│  POST /api/shopper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Next.js BFF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(HMAC sign · inject tenant)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ai-gateway  /v1/shopper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│   ┌─────────────────┐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├──►│ 1 EXTRACT intent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├──►│ 2 RETRIEVE  ◄────┼── Odoo katalog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├──►│ 3 SYNTHESIZE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└──►│ 4 GUARD (real)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└─────────────────┘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Reply + product cards →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EXTRACT — parse intent (occasion, budget, warna, ukuran), JSON-mode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CLARIFY — jika terlalu umum, tanya balik (tidak menebak)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RETRIEVE — ambil produk dari Odoo /storefront/api/products sesuai filter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SYNTHESIZE — susun balasan natural dari item nyata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GUARD — kartu produk hanya dari payload katalog (anti-halusinasi)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ESCALATE — komplain/retur diarahkan ke manusia (WhatsApp)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Provider: ai-gateway (Claude / Ollama lokal) · HMAC-signed · prompt caching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Integration Architecture — Storefront × Odoo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Browser tidak pernah bicara langsung ke Odoo — semua lewat BFF server-side (aman, tenant-scoped).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┌───────────┐  HTTPS (Caddy/TLS)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│  Browser  │──────────────┐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└───────────┘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┌────────────────────────┐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│  Next.js Storefront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│  ├─ UI (React,3D,i18n)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│  └─ BFF route handlers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└───────────┬────────────┘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TLS-pinned │ storefront-tls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┌────────────────────────┐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│  Odoo 19 CE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│  custom_storefront_api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│  + affiliate/core/...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└───────────┬────────────┘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┌────────────┐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│ PostgreSQL │ DB: gentlewoman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└────────────┘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Tenant resolution: BFF kirim header X-Odoo-Database: gentlewoman (dbfilter ^%d$)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Single source of truth: Odoo pemilik catalog/stock/price/order/customer/promo/content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BFF = security boundary: inject auth &amp; tenant header server-side; secret tak pernah ke browser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Internal hop BFF→Odoo lewat TLS sidecar (cert-pinned) — token/PII terenkripsi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Reuse native: cart = website_sale sale.order · shipping = custom_ecommerce · payment = custom_payment_id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Integration — 3 Auth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Tiga lapis otentikasi sesuai sensitivitas data.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3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2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87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Mechanism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Scope / Data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Contoh Endpoint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auth=public + CORS, read-only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Katalog, PDP, tags, stores, content, shipping quote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GET /storefront/api/products · /categories · /stores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JWT (HS256) bearer, sealed HttpOnly cookie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Per-customer: cart, order, address, wishlist (partner-scoped)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POST /auth/login · GET/POST /cart · POST /checkout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HMAC-SHA256 (X-Signature/X-Timestamp), server-to-server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Webhook BFF↔Odoo (health, product sync, order status)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POST /admin/health · /admin/sync/products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JWT: partner di-resolve dari email claim → request.jwt_partner_id; body partner tak pernah dipercaya (anti-IDOR). HMAC replay window 5 menit.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Data Flow — Read &amp; Write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Read Path — Catalog / Price / Stock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Product di-serialize: name, price (pricelist), compare_at, discount_pct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Tags, material, is_new, in_stock per varian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Pricelist di-resolve sekali per request (mata uang IDR)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Stok: qty_available; in-store per warehouse (location-scoped)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Gambar lewat proxy /api/img (anti-SSRF); lang=id|en field translatable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Write Path — Cart →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Add to cart → draft sale.order (_cart_add native: pricelist + pajak)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Pilih kurir (custom_ecommerce) atau pickup toko (XOR)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Checkout → sale.order.action_confirm → order terkonfirmasi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Bayar → payment.transaction (custom_payment_id; Eraspace adapter stub)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Token JWT AES-256-GCM sealed, refresh transparan; affiliate attribution di 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Odoo Backend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7729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0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Module / Service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Tanggung Jawab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custom_storefront_api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API publik/JWT/HMAC, cart/checkout, content, store locator, PII-at-rest, guest checkout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custom_affiliate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Master afiliasi, link/klik/konversi/payout, atribusi order, cron harian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custom_core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Platform: HMAC secure-endpoint, Fernet field encryption helpers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Kurir Indonesia (JNE/JNT/SiCepat/AnterAja…) + rate shipment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custom_payment_id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Payment gateway adapters (Midtrans/Xendit; Eraspace stub)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custom_pdp_* (6 modul)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Klasifikasi data, consent, audit, masking (UU PDP)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ai-gateway (sidecar)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Abstraksi multi-provider (Claude/Ollama), shopper retrieval, HMAC + rate limit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Security &amp;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Application &amp; 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Strict Content-Security-Policy + security headers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Token HttpOnly + AES-256-GCM sealed; refresh transparan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Anti-IDOR: ownership check alamat (kirim/tagih)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Rate-limit + body cap pada endpoint sensitif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HTML sanitize (DOMPurify) · no raw SQL (ORM 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Transport, Data &amp;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HTTPS (Caddy) + internal TLS sidecar cert-pinned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PII Fernet at-rest (phone/street/zip)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Anti-SSRF image proxy (/api/img dikunci ke /web/image)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UU PDP: consent capture + cookie banner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Secrets externalized + rotation · DB-per-tenant isolation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Delivery Accelerators — Reuse + AI-Agentic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Platform Reuse — Sudah Tersedia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custom_storefront_api — scaffolding API headless (3-lapis auth)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custom_core — HMAC &amp; Fernet encryption helpers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custom_pdp_* — consent, audit, masking (UU PDP)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custom_ecommerce — kurir &amp; rate shipment Indonesia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custom_payment_id — adapter payment gateway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website_sale native — cart, pricelist, pajak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ai-gateway — multi-provider (Claude/Ollama) siap pakai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AI-Agentic Delivery (Claude Code)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Generate controller, model, boilerplate API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Scaffolding komponen Next.js &amp; unit test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Drafting dokumentasi &amp; spec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Refactor &amp; review berbantuan AI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Lebih sedikit kode tulis-tangan → mandays Developer turun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PMO cukup footprint tata kelola (bukan full-time)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Estimasi mandays mengasumsikan reuse maksimal + AI-agentic development. Build tradisional setara ~200–300 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Implementation Mandays by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Estimasi effort (bukan biaya) untuk GentleWoman Storefront + integrasi Odoo. Kolom = PMO · IT BA · IT Developer · 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1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1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PMO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 BA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 Dev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1. Discovery &amp; Requirements (BRD/FSD)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2. Solution &amp; Technical Design (Blueprint/TSD)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3. Odoo Backend API (extend custom_storefront_api)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4. Storefront Build (Next.js, AI-accelerated)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5. 3D PDP (three.js / R3F)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6. AI Personal Shopper (ai-gateway glue)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7. Integration &amp; Security Hardening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8. UAT, Bug-fix &amp; Stabilization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9. Deploy, Go-live &amp; Hypercare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TOTAL (mandays)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Total ~107 mandays. IT Developer mencakup backend Odoo + frontend Next.js + 3D + AI-gateway glue + DevOps (paralel ~2 developer). Re-baseline saat BRD freeze.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Project Timeline (~10 Minggu)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109155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10915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24712"/>
            <a:ext cx="18348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Minggu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2109155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18348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Discovery &amp; Requirements (BRD/FSD)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Solution &amp; Technical Design (mulai)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Setup environment &amp; akses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9235" y="1005840"/>
            <a:ext cx="2109155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9235" y="1554480"/>
            <a:ext cx="2109155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6395" y="1124712"/>
            <a:ext cx="18348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Minggu 3–4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9235" y="1581912"/>
            <a:ext cx="2109155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6395" y="1645920"/>
            <a:ext cx="18348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Technical Design selesai (Blueprint/TSD)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Odoo Backend API (extend storefront_api)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Storefront Build mulai (PLP/PDP)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1270" y="1005840"/>
            <a:ext cx="2109155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41270" y="1554480"/>
            <a:ext cx="2109155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8430" y="1124712"/>
            <a:ext cx="18348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Minggu 5–6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1270" y="1581912"/>
            <a:ext cx="2109155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8430" y="1645920"/>
            <a:ext cx="18348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Storefront Build (cart, checkout, i18n)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3D PDP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AI Personal Shopper (ai-gateway glue)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3305" y="1005840"/>
            <a:ext cx="2109155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33305" y="1554480"/>
            <a:ext cx="2109155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0465" y="1124712"/>
            <a:ext cx="18348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Minggu 7–8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305" y="1581912"/>
            <a:ext cx="2109155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0465" y="1645920"/>
            <a:ext cx="18348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AI Shopper selesai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Integration &amp; Security Hardening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UAT mulai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340" y="1005840"/>
            <a:ext cx="2109155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25340" y="1554480"/>
            <a:ext cx="2109155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62500" y="1124712"/>
            <a:ext cx="18348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Minggu 9–10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5340" y="1581912"/>
            <a:ext cx="2109155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62500" y="1645920"/>
            <a:ext cx="18348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UAT &amp; Bug-fix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Deploy, Go-live &amp; Hypercare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Handover &amp; dokumentasi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Delivery Scope &amp;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Status fitur saat ini (Phase-1 live pilot di tenant gentlewoman).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3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30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Fitur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3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Delivered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Catalog/PLP/PDP · 3D PDP · AI Shopper (MVP) · Cart/Checkout/Wishlist · Store Locator + Click&amp;Collect · Affiliate · Multilanguage ID/EN · Promo · Security &amp; PDP consent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3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CMS lanjutan · Share-to-social lengkap · AI Admin (auto-deskripsi/tagging) · Avatar / Virtual Try-On (Fase B/C)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301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Blocked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Payment gateway Eraspace — menunggu dokumentasi API vendor (checkout siap di belakang PaymentProvider interface + feature flag)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7729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Payment Eraspace tertunda (API vendor)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Checkout sampai pembuatan order di belakang interface + feature flag; aktif begitu API tersedia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Biaya AI membengkak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Prompt caching + rate limit per tenant + fallback Ollama lokal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Kebocoran data antar-tenant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DB-per-tenant + HMAC + tenant allow-list + header X-Odoo-Database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Scope creep menggeser mandays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BRD freeze sebelum build · change request via approval engine · re-baseline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Rate-limiter in-memory (single instance)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Pindah ke Redis saat scale multi-instance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Document Control &amp; Pengesahan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GentleWoman Headless Commerce  ·  v1.0  ·  Juni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Versioning &amp; pengesahan dokumen presentasi.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Document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GentleWoman Headless Commerce — Business Presentation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Document ID / 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GW-PRES-001 · 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Status / Classification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Final for Approval · Confidential — Internal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Juni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Prepared by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Product Owner — Value-Added Services (Erajaya)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Reviewed 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IT Business Analyst / Technical Lead — 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Approved by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Head of Value-Added Services / IT — __________________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Riwayat revisi: v1.0 — rilis awal (Juni 2026).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>
                <a:solidFill>
                  <a:srgbClr val="1F2937"/>
                </a:solidFill>
                <a:latin typeface="Segoe UI"/>
              </a:rP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3749039"/>
            <a:ext cx="182880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>
                <a:solidFill>
                  <a:srgbClr val="374151"/>
                </a:solidFill>
                <a:latin typeface="Segoe UI"/>
              </a:rPr>
              <a:t>GentleWoman Headless Commerce — Storefront × Odoo · Diskusi &amp;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Product Owner — Value-Added Services  ·  Erajaya  ·  v1.0  ·  Juni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2602</Words>
  <Application>Microsoft Office PowerPoint</Application>
  <PresentationFormat>Layar Lebar</PresentationFormat>
  <Paragraphs>353</Paragraphs>
  <Slides>18</Slides>
  <Notes>0</Notes>
  <HiddenSlides>3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Stefanus Ade Maryadi</cp:lastModifiedBy>
  <cp:revision>2</cp:revision>
  <dcterms:created xsi:type="dcterms:W3CDTF">2013-01-27T09:14:16Z</dcterms:created>
  <dcterms:modified xsi:type="dcterms:W3CDTF">2026-06-02T03:59:43Z</dcterms:modified>
  <cp:category/>
</cp:coreProperties>
</file>